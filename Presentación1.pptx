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6F4B-802D-4162-BA32-1B668253A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A01183-E5F7-40BE-A591-0AFF550FC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2EFE1B-09F0-4750-AB8F-846A5B16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F9950-8236-4B06-9790-99B39E4D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EF2D9C-05B8-44AC-984D-5FCFAE97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12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0709E-DE96-4F7E-AB56-9E1AE1CF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C54FF-7967-4F63-AE9D-BFA8A150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72EAAD-0903-4188-9F2E-2EA33FA88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6698A0-0672-4A19-8DCB-C3B062B7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00B97-560C-4033-A2E8-D02B7903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69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347D7-B612-4B74-8101-AC3F5EB6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97E9B1-960A-48CC-B175-CC340D0A3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FCFD99-8DBC-4F22-84D7-EC826251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AF9D0C-45C3-45EF-8844-8FF99813D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32025F-29C7-4BF3-B2EF-BA3536A6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2427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71EEE-423B-4165-AE32-B457F783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9D311-B963-44BA-A7B9-AB9C3DE51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1D480F-290C-471C-BEB7-2FF07093C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51D9F4-3993-484F-8EF7-D2AA39D6A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EC3D8-D9BB-4854-B505-180B3C2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332E1A-C359-45CE-81A2-8992187D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828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7621E-EEEF-4EBB-A1A8-5A160093B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62A2F8-7579-421B-AA0A-ACC5F62B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57C278-5330-4B84-A141-524EC3825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EE253F-6BED-43A1-9B04-4C87872999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30DA45-A4D4-4ED8-974F-96EE898CE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7D705D-C3F1-4833-AA43-00D71CEC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CF4451-B196-4675-B259-2886C07B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336D57-B484-4270-9D36-5DA59740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6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90A36-2DEB-4DE5-B504-226B3D9E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75B300-AED1-48EA-B325-15E16652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A8D1CB-11E8-4F86-9F97-EE0582AD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15CD92-7D46-4736-9123-18B6E779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1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749A4D-C8CB-45FF-AF40-3650DE4B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4CD47C9-E2A6-4C31-BF3A-5BC74C9C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75D96C-69EB-4F1C-B499-2EB342C8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610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CC5BB-F4F1-4B11-9E4F-0A4B0EF59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E3837A-FC75-4317-8915-D0DFFF80F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097C44D-D9BB-4310-9866-7F37F6401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7A6085-B7F8-4824-B01D-E6C34616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49F480-5704-4538-88B6-2F58400BC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EC2158-A47F-44A3-B538-D6B24B68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54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A9CBE-E33C-4B94-A5D9-9BEC4B06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563B01-9E5A-422D-B511-6A7694C21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F9D8A2-8D6A-4DF2-B099-9B4E77C5F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C9557D-4B42-4E89-A7C9-147DE2AC2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196A0-79E2-4F5A-A81E-F2E1A692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C6C539-394C-4919-A215-F75F68AB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6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74FB5-562A-4FDC-8207-AB295DF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E56B49-6639-4FA2-9C74-804A7D293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92E079-4046-419D-BE82-6C575638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20C9D6-79AF-43C0-BDA9-8A2F99DD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43D1E-87C9-4F4F-99EF-6F83CDE9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162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96AE5C6-F443-4B8A-B218-0D8CFB3EC4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36ACBA-6AFC-4D52-BC51-9F25842D5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6C413-7F67-4211-A286-ED3A59D1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0CFC1-8779-4DAB-AEA2-BEA37190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AC401-F7A9-4C97-B479-D91EE061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942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2ADC6F-58FF-442A-B9F0-7524A6C3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DB45C9-1F92-4D07-AFCC-7764E24A1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5FAA96-7717-4C4D-B7E9-23CBA091B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A68D4-7B21-4BB9-BDF7-634377E8DB37}" type="datetimeFigureOut">
              <a:rPr lang="es-ES" smtClean="0"/>
              <a:t>04/06/2024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CD70FA-34B5-45B0-8436-470BACDB6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128174-6E3F-4CA8-AB44-ABECE19F9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0AA22-76C8-4198-B73D-5F534DEAB9B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576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552E292-1469-456D-A70F-CAA975578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65266"/>
              </p:ext>
            </p:extLst>
          </p:nvPr>
        </p:nvGraphicFramePr>
        <p:xfrm>
          <a:off x="833718" y="239772"/>
          <a:ext cx="10246656" cy="2847856"/>
        </p:xfrm>
        <a:graphic>
          <a:graphicData uri="http://schemas.openxmlformats.org/drawingml/2006/table">
            <a:tbl>
              <a:tblPr/>
              <a:tblGrid>
                <a:gridCol w="1463808">
                  <a:extLst>
                    <a:ext uri="{9D8B030D-6E8A-4147-A177-3AD203B41FA5}">
                      <a16:colId xmlns:a16="http://schemas.microsoft.com/office/drawing/2014/main" val="3414331127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2776367314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168890802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148311908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2794069805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545326664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646048049"/>
                    </a:ext>
                  </a:extLst>
                </a:gridCol>
              </a:tblGrid>
              <a:tr h="429096">
                <a:tc>
                  <a:txBody>
                    <a:bodyPr/>
                    <a:lstStyle/>
                    <a:p>
                      <a:endParaRPr lang="es-ES" sz="12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Catedrático de universidad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Doctor acreditado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Doctor no acreditado</a:t>
                      </a:r>
                      <a:endParaRPr lang="es-ES" sz="12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Profesor titular de la universidad</a:t>
                      </a:r>
                      <a:endParaRPr lang="es-ES" sz="12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Titulado universitario no doctor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Total general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816254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Arte y Humanidades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 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29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41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2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29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101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60157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Ciencias de la Salud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 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77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64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3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57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201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49800"/>
                  </a:ext>
                </a:extLst>
              </a:tr>
              <a:tr h="299910"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Ciencias Sociales y Jurídicas -   Empresa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 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18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41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1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56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116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689345"/>
                  </a:ext>
                </a:extLst>
              </a:tr>
              <a:tr h="299910"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Ciencias Sociales y Jurídicas -   Jurídico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 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17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43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1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56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117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823953"/>
                  </a:ext>
                </a:extLst>
              </a:tr>
              <a:tr h="299910"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Ciencias, Ingeniería y   Arquitectura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1 (Miguel Enrique Cerrolaza)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25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51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4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effectLst/>
                        </a:rPr>
                        <a:t>44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125</a:t>
                      </a:r>
                      <a:endParaRPr lang="es-ES" sz="12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058553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Educación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1 (Nieves Pascual)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62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109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2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>
                          <a:effectLst/>
                        </a:rPr>
                        <a:t>77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251</a:t>
                      </a:r>
                      <a:endParaRPr lang="es-ES" sz="12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459692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Total general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2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228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349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13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effectLst/>
                        </a:rPr>
                        <a:t>319</a:t>
                      </a:r>
                      <a:endParaRPr lang="es-ES" sz="120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>
                          <a:effectLst/>
                        </a:rPr>
                        <a:t>911</a:t>
                      </a:r>
                      <a:endParaRPr lang="es-ES" sz="1200" dirty="0">
                        <a:effectLst/>
                      </a:endParaRP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82220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1F50BB2-D696-4F5C-AAD1-87EF40F71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1663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707F971-DF52-4BF2-A3FE-01C1462A2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66806"/>
              </p:ext>
            </p:extLst>
          </p:nvPr>
        </p:nvGraphicFramePr>
        <p:xfrm>
          <a:off x="833718" y="3429000"/>
          <a:ext cx="10246656" cy="2522724"/>
        </p:xfrm>
        <a:graphic>
          <a:graphicData uri="http://schemas.openxmlformats.org/drawingml/2006/table">
            <a:tbl>
              <a:tblPr/>
              <a:tblGrid>
                <a:gridCol w="1463808">
                  <a:extLst>
                    <a:ext uri="{9D8B030D-6E8A-4147-A177-3AD203B41FA5}">
                      <a16:colId xmlns:a16="http://schemas.microsoft.com/office/drawing/2014/main" val="3414331127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2776367314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168890802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148311908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2794069805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545326664"/>
                    </a:ext>
                  </a:extLst>
                </a:gridCol>
                <a:gridCol w="1463808">
                  <a:extLst>
                    <a:ext uri="{9D8B030D-6E8A-4147-A177-3AD203B41FA5}">
                      <a16:colId xmlns:a16="http://schemas.microsoft.com/office/drawing/2014/main" val="3646048049"/>
                    </a:ext>
                  </a:extLst>
                </a:gridCol>
              </a:tblGrid>
              <a:tr h="547559">
                <a:tc>
                  <a:txBody>
                    <a:bodyPr/>
                    <a:lstStyle/>
                    <a:p>
                      <a:pPr algn="l" fontAlgn="ctr"/>
                      <a:endParaRPr lang="es-E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Catedrático de universidad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Doctor acreditado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Doctor no acreditado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Profesor titular de la universidad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Titulado universitario no doctor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general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816254"/>
                  </a:ext>
                </a:extLst>
              </a:tr>
              <a:tr h="272095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Arte y Humanidades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ES" sz="1200" b="0" i="0" u="none" strike="noStrike">
                        <a:solidFill>
                          <a:srgbClr val="70AD4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60157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Ciencias de la Salud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ES" sz="1200" b="0" i="0" u="none" strike="noStrike">
                        <a:solidFill>
                          <a:srgbClr val="2F559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49800"/>
                  </a:ext>
                </a:extLst>
              </a:tr>
              <a:tr h="29991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Ciencias Sociales y Jurídicas -   Empresa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ES" sz="1200" b="0" i="0" u="none" strike="noStrike">
                        <a:solidFill>
                          <a:srgbClr val="70AD4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689345"/>
                  </a:ext>
                </a:extLst>
              </a:tr>
              <a:tr h="29991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Ciencias Sociales y Jurídicas -   Jurídico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s-ES" sz="1200" b="0" i="0" u="none" strike="noStrike">
                        <a:solidFill>
                          <a:srgbClr val="2F559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823953"/>
                  </a:ext>
                </a:extLst>
              </a:tr>
              <a:tr h="299910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Ciencias, Ingeniería y   Arquitectura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1 (Miguel Enrique Cerrolaza)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058553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Educación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1 (Nieves Pascual)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0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247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459692"/>
                  </a:ext>
                </a:extLst>
              </a:tr>
              <a:tr h="170724"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Total general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2F5597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362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ES" sz="1200" b="1" i="0" u="none" strike="noStrike" dirty="0">
                          <a:solidFill>
                            <a:srgbClr val="70AD47"/>
                          </a:solidFill>
                          <a:effectLst/>
                          <a:latin typeface="Calibri" panose="020F0502020204030204" pitchFamily="34" charset="0"/>
                        </a:rPr>
                        <a:t>959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82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4201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202</Words>
  <Application>Microsoft Office PowerPoint</Application>
  <PresentationFormat>Panorámica</PresentationFormat>
  <Paragraphs>106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Cristina Navarro Cortes</dc:creator>
  <cp:lastModifiedBy>Cristina Navarro Cortes</cp:lastModifiedBy>
  <cp:revision>8</cp:revision>
  <dcterms:created xsi:type="dcterms:W3CDTF">2024-06-03T13:48:38Z</dcterms:created>
  <dcterms:modified xsi:type="dcterms:W3CDTF">2024-06-04T09:33:41Z</dcterms:modified>
</cp:coreProperties>
</file>